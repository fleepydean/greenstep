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00"/>
          </a:xfrm>
          <a:prstGeom prst="rect">
            <a:avLst/>
          </a:prstGeom>
          <a:solidFill>
            <a:srgbClr val="00A88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0"/>
            <a:ext cx="9144000" cy="32004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🌱 GreenStep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7315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54656F"/>
                </a:solidFill>
              </a:defRPr>
            </a:pPr>
            <a:r>
              <a:t>Carbon Footprint &amp; Eco-Lifestyle Tracker</a:t>
            </a:r>
          </a:p>
          <a:p>
            <a:r>
              <a:t>SCSM2223 Cross-Platform Application Development</a:t>
            </a:r>
          </a:p>
          <a:p>
            <a:r>
              <a:t>Group Project Final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A88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Team Profile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2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A88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👥 Team Profile and Roles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  <a:r>
              <a:t>👤 Team Member: Danish</a:t>
            </a:r>
          </a:p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  <a:r>
              <a:t>Role: Full-Stack Developer</a:t>
            </a:r>
          </a:p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  <a:r>
              <a:t>📋 Key Contributions: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Frontend development (Vue 3, Vite, Pinia)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Backend API development (PHP Slim 4, PDO)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Database design and implementation (MySQL)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DevOps and deployment (Railway, Git/GitHub)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UI/UX design with professional SVG icons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Testing, debugging, and documentation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A88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Project Overview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2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A88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🎯 Problem Statement &amp;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  <a:r>
              <a:t>🌍 Problem:</a:t>
            </a:r>
          </a:p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  <a:r>
              <a:t>Climate change is among the most urgent global challenges. Individuals collectively account for a large share of avoidable carbon emissions through transport, diet, and energy choices.</a:t>
            </a:r>
          </a:p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  <a:r>
              <a:t>💡 Solution: GreenStep</a:t>
            </a:r>
          </a:p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  <a:r>
              <a:t>A friendly daily logger that: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Estimates user's carbon footprint automatically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Suggests one realistic eco action per day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Enables friends to compete on streaks and reductions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Provides admin tools for managing emission factors, badges, and tips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2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A88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Target Users &amp;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931920" cy="50292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A884"/>
                </a:solidFill>
              </a:defRPr>
            </a:pPr>
            <a:r>
              <a:t>🎯 Target Users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3657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600"/>
              </a:spcAft>
              <a:defRPr sz="1300">
                <a:solidFill>
                  <a:srgbClr val="111B21"/>
                </a:solidFill>
              </a:defRPr>
            </a:pPr>
            <a:r>
              <a:t>• Environmentally conscious individuals</a:t>
            </a:r>
          </a:p>
          <a:p>
            <a:pPr>
              <a:spcAft>
                <a:spcPts val="600"/>
              </a:spcAft>
              <a:defRPr sz="1300">
                <a:solidFill>
                  <a:srgbClr val="111B21"/>
                </a:solidFill>
              </a:defRPr>
            </a:pPr>
            <a:r>
              <a:t>• Students and young professionals</a:t>
            </a:r>
          </a:p>
          <a:p>
            <a:pPr>
              <a:spcAft>
                <a:spcPts val="600"/>
              </a:spcAft>
              <a:defRPr sz="1300">
                <a:solidFill>
                  <a:srgbClr val="111B21"/>
                </a:solidFill>
              </a:defRPr>
            </a:pPr>
            <a:r>
              <a:t>• Community groups and organizations</a:t>
            </a:r>
          </a:p>
          <a:p>
            <a:pPr>
              <a:spcAft>
                <a:spcPts val="600"/>
              </a:spcAft>
              <a:defRPr sz="1300">
                <a:solidFill>
                  <a:srgbClr val="111B21"/>
                </a:solidFill>
              </a:defRPr>
            </a:pPr>
            <a:r>
              <a:t>• Anyone wanting to reduce their carbon footprint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1371600"/>
            <a:ext cx="3931920" cy="50292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0" y="15544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A884"/>
                </a:solidFill>
              </a:defRPr>
            </a:pPr>
            <a:r>
              <a:t>✨ Project 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103120"/>
            <a:ext cx="3657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600"/>
              </a:spcAft>
              <a:defRPr sz="1300">
                <a:solidFill>
                  <a:srgbClr val="111B21"/>
                </a:solidFill>
              </a:defRPr>
            </a:pPr>
            <a:r>
              <a:t>• Track daily carbon footprint</a:t>
            </a:r>
          </a:p>
          <a:p>
            <a:pPr>
              <a:spcAft>
                <a:spcPts val="600"/>
              </a:spcAft>
              <a:defRPr sz="1300">
                <a:solidFill>
                  <a:srgbClr val="111B21"/>
                </a:solidFill>
              </a:defRPr>
            </a:pPr>
            <a:r>
              <a:t>• Provide actionable eco tips</a:t>
            </a:r>
          </a:p>
          <a:p>
            <a:pPr>
              <a:spcAft>
                <a:spcPts val="600"/>
              </a:spcAft>
              <a:defRPr sz="1300">
                <a:solidFill>
                  <a:srgbClr val="111B21"/>
                </a:solidFill>
              </a:defRPr>
            </a:pPr>
            <a:r>
              <a:t>• Motivate through gamification</a:t>
            </a:r>
          </a:p>
          <a:p>
            <a:pPr>
              <a:spcAft>
                <a:spcPts val="600"/>
              </a:spcAft>
              <a:defRPr sz="1300">
                <a:solidFill>
                  <a:srgbClr val="111B21"/>
                </a:solidFill>
              </a:defRPr>
            </a:pPr>
            <a:r>
              <a:t>• Enable social accountability</a:t>
            </a:r>
          </a:p>
          <a:p>
            <a:pPr>
              <a:spcAft>
                <a:spcPts val="600"/>
              </a:spcAft>
              <a:defRPr sz="1300">
                <a:solidFill>
                  <a:srgbClr val="111B21"/>
                </a:solidFill>
              </a:defRPr>
            </a:pPr>
            <a:r>
              <a:t>• Help achieve reduction goals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2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A88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Main Features &amp; Functional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931920" cy="50292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A884"/>
                </a:solidFill>
              </a:defRPr>
            </a:pPr>
            <a:r>
              <a:t>👤 User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3657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600"/>
              </a:spcAft>
              <a:defRPr sz="1300">
                <a:solidFill>
                  <a:srgbClr val="111B21"/>
                </a:solidFill>
              </a:defRPr>
            </a:pPr>
            <a:r>
              <a:t>• Activity logging with photo upload</a:t>
            </a:r>
          </a:p>
          <a:p>
            <a:pPr>
              <a:spcAft>
                <a:spcPts val="600"/>
              </a:spcAft>
              <a:defRPr sz="1300">
                <a:solidFill>
                  <a:srgbClr val="111B21"/>
                </a:solidFill>
              </a:defRPr>
            </a:pPr>
            <a:r>
              <a:t>• Real-time dashboard with charts</a:t>
            </a:r>
          </a:p>
          <a:p>
            <a:pPr>
              <a:spcAft>
                <a:spcPts val="600"/>
              </a:spcAft>
              <a:defRPr sz="1300">
                <a:solidFill>
                  <a:srgbClr val="111B21"/>
                </a:solidFill>
              </a:defRPr>
            </a:pPr>
            <a:r>
              <a:t>• Carbon reduction goal tracking</a:t>
            </a:r>
          </a:p>
          <a:p>
            <a:pPr>
              <a:spcAft>
                <a:spcPts val="600"/>
              </a:spcAft>
              <a:defRPr sz="1300">
                <a:solidFill>
                  <a:srgbClr val="111B21"/>
                </a:solidFill>
              </a:defRPr>
            </a:pPr>
            <a:r>
              <a:t>• Badge unlocking system</a:t>
            </a:r>
          </a:p>
          <a:p>
            <a:pPr>
              <a:spcAft>
                <a:spcPts val="600"/>
              </a:spcAft>
              <a:defRPr sz="1300">
                <a:solidFill>
                  <a:srgbClr val="111B21"/>
                </a:solidFill>
              </a:defRPr>
            </a:pPr>
            <a:r>
              <a:t>• Eco challenges (join/leave/track)</a:t>
            </a:r>
          </a:p>
          <a:p>
            <a:pPr>
              <a:spcAft>
                <a:spcPts val="600"/>
              </a:spcAft>
              <a:defRPr sz="1300">
                <a:solidFill>
                  <a:srgbClr val="111B21"/>
                </a:solidFill>
              </a:defRPr>
            </a:pPr>
            <a:r>
              <a:t>• Daily eco tips</a:t>
            </a:r>
          </a:p>
          <a:p>
            <a:pPr>
              <a:spcAft>
                <a:spcPts val="600"/>
              </a:spcAft>
              <a:defRPr sz="1300">
                <a:solidFill>
                  <a:srgbClr val="111B21"/>
                </a:solidFill>
              </a:defRPr>
            </a:pPr>
            <a:r>
              <a:t>• Friends &amp; social connections</a:t>
            </a:r>
          </a:p>
          <a:p>
            <a:pPr>
              <a:spcAft>
                <a:spcPts val="600"/>
              </a:spcAft>
              <a:defRPr sz="1300">
                <a:solidFill>
                  <a:srgbClr val="111B21"/>
                </a:solidFill>
              </a:defRPr>
            </a:pPr>
            <a:r>
              <a:t>• Global/friends leaderboard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1371600"/>
            <a:ext cx="3931920" cy="50292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0" y="15544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A884"/>
                </a:solidFill>
              </a:defRPr>
            </a:pPr>
            <a:r>
              <a:t>⚙️ Admin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103120"/>
            <a:ext cx="3657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600"/>
              </a:spcAft>
              <a:defRPr sz="1300">
                <a:solidFill>
                  <a:srgbClr val="111B21"/>
                </a:solidFill>
              </a:defRPr>
            </a:pPr>
            <a:r>
              <a:t>• Platform statistics dashboard</a:t>
            </a:r>
          </a:p>
          <a:p>
            <a:pPr>
              <a:spcAft>
                <a:spcPts val="600"/>
              </a:spcAft>
              <a:defRPr sz="1300">
                <a:solidFill>
                  <a:srgbClr val="111B21"/>
                </a:solidFill>
              </a:defRPr>
            </a:pPr>
            <a:r>
              <a:t>• Badge management (CRUD)</a:t>
            </a:r>
          </a:p>
          <a:p>
            <a:pPr>
              <a:spcAft>
                <a:spcPts val="600"/>
              </a:spcAft>
              <a:defRPr sz="1300">
                <a:solidFill>
                  <a:srgbClr val="111B21"/>
                </a:solidFill>
              </a:defRPr>
            </a:pPr>
            <a:r>
              <a:t>• Emission factor management</a:t>
            </a:r>
          </a:p>
          <a:p>
            <a:pPr>
              <a:spcAft>
                <a:spcPts val="600"/>
              </a:spcAft>
              <a:defRPr sz="1300">
                <a:solidFill>
                  <a:srgbClr val="111B21"/>
                </a:solidFill>
              </a:defRPr>
            </a:pPr>
            <a:r>
              <a:t>• Challenge management (CRUD)</a:t>
            </a:r>
          </a:p>
          <a:p>
            <a:pPr>
              <a:spcAft>
                <a:spcPts val="600"/>
              </a:spcAft>
              <a:defRPr sz="1300">
                <a:solidFill>
                  <a:srgbClr val="111B21"/>
                </a:solidFill>
              </a:defRPr>
            </a:pPr>
            <a:r>
              <a:t>• Tips management (CRUD)</a:t>
            </a:r>
          </a:p>
          <a:p>
            <a:pPr>
              <a:spcAft>
                <a:spcPts val="600"/>
              </a:spcAft>
              <a:defRPr sz="1300">
                <a:solidFill>
                  <a:srgbClr val="111B21"/>
                </a:solidFill>
              </a:defRPr>
            </a:pPr>
            <a:r>
              <a:t>• User dataset overview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A88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2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A88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💻 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  <a:r>
              <a:t>🎨 Frontend: Vue 3 + Vue Router + Pinia + Vite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Dynamic, mobile-first SPA with reactive state management</a:t>
            </a:r>
          </a:p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  <a:r>
              <a:t>⚙️ Backend: PHP Slim 4 + PDO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RESTful API with business logic and middleware</a:t>
            </a:r>
          </a:p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  <a:r>
              <a:t>🗄️ Database: MySQL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Relational database with 9 tables and foreign key constraints</a:t>
            </a:r>
          </a:p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  <a:r>
              <a:t>🔒 Security: JWT (firebase/php-jwt) + Bcrypt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Token-based authentication with password hashing</a:t>
            </a:r>
          </a:p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  <a:r>
              <a:t>🚀 Deployment: Railway (Nixpacks)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Frontend, Backend, and MySQL hosted on Railway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A88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DevOps Practices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2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A88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🔄 Version Control &amp; Collaboration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  <a:r>
              <a:t>📦 GitHub Repository: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Repository: FleepyDean/GreenStep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Main branch for production code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100+ commits with descriptive messages</a:t>
            </a:r>
          </a:p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  <a:r>
              <a:t>🌿 Branching Strategy: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Main branch for stable releases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Feature branches for new features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Direct commits for hotfixes</a:t>
            </a:r>
          </a:p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  <a:r>
              <a:t>🤝 Collaboration: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Modular code structure for maintainability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.gitignore for sensitive data (.env files)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Comprehensive README documentation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2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A88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🚀 CI/CD &amp;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  <a:r>
              <a:t>🔄 Continuous Deployment: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Railway auto-deploys on Git push to main branch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Separate services: Frontend, Backend, MySQL</a:t>
            </a:r>
          </a:p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  <a:r>
              <a:t>🏗️ Build Process: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Frontend: Node 20, npm install, npm run build, serve dist/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Backend: PHP 8.3, Composer install, php -S 0.0.0.0:$PORT</a:t>
            </a:r>
          </a:p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  <a:r>
              <a:t>🌐 Live URLs: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Frontend: https://greenstep.up.railway.app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Backend: https://greenstep-backend-production.up.railway.app/api</a:t>
            </a:r>
          </a:p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  <a:r>
              <a:t>⚙️ Environment Variables: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Frontend: VITE_API_URL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Backend: DB credentials, JWT_SECRET, FRONTEND_URL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A88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System Architecture &amp; Design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2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A88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🏗️ System Architecture Diagram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  <a:r>
              <a:t>🖥️ Client Layer (Browser):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Vue 3 SPA with Vite build tool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Axios HTTP client with JWT interceptors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Pinia state management</a:t>
            </a:r>
          </a:p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  <a:r>
              <a:t>🌐 Server Layer (Railway):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PHP Slim 4 REST API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JWT middleware for authentication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CORS middleware for cross-origin requests</a:t>
            </a:r>
          </a:p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  <a:r>
              <a:t>🗄️ Database Layer (Railway MySQL):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MySQL 8.0 with 9 relational tables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Foreign key constraints for data integrity</a:t>
            </a:r>
          </a:p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  <a:r>
              <a:t>🚀 Deployment: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Railway hosting platform (Frontend + Backend + MySQL)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2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A88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🔄 Sequence Diagram: Activity Logging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  <a:r>
              <a:t>1️⃣ User selects category and activity type</a:t>
            </a:r>
          </a:p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  <a:r>
              <a:t>2️⃣ User enters amount, date, and optional photo</a:t>
            </a:r>
          </a:p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  <a:r>
              <a:t>3️⃣ Frontend sends POST /api/activities with JWT token</a:t>
            </a:r>
          </a:p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  <a:r>
              <a:t>4️⃣ Backend validates JWT token (JwtMiddleware)</a:t>
            </a:r>
          </a:p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  <a:r>
              <a:t>5️⃣ Backend calculates carbon footprint (amount × emission factor)</a:t>
            </a:r>
          </a:p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  <a:r>
              <a:t>6️⃣ Backend inserts activity into ActivityLog table</a:t>
            </a:r>
          </a:p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  <a:r>
              <a:t>7️⃣ Backend checks and awards badges (BadgeController)</a:t>
            </a:r>
          </a:p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  <a:r>
              <a:t>8️⃣ Backend returns success response with activity data</a:t>
            </a:r>
          </a:p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  <a:r>
              <a:t>9️⃣ Frontend emits 'activity-logged' event via eventBus</a:t>
            </a:r>
          </a:p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  <a:r>
              <a:t>🔟 Dashboard listens and refreshes goal + metrics</a:t>
            </a:r>
          </a:p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  <a:r>
              <a:t>1️⃣1️⃣ User sees updated dashboard with new activity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2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A88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🔀 Activity Diagram: User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  <a:r>
              <a:t>▶️ Start → User opens app</a:t>
            </a:r>
          </a:p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  <a:r>
              <a:t>  ↓</a:t>
            </a:r>
          </a:p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  <a:r>
              <a:t>❓ Decision: Authenticated?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No → Redirect to /profile (login/register)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Yes → Show dashboard</a:t>
            </a:r>
          </a:p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  <a:r>
              <a:t>  ↓</a:t>
            </a:r>
          </a:p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  <a:r>
              <a:t>📝 User navigates to /activity</a:t>
            </a:r>
          </a:p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  <a:r>
              <a:t>  ↓</a:t>
            </a:r>
          </a:p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  <a:r>
              <a:t>✍️ User logs activity (category, type, amount, date, photo)</a:t>
            </a:r>
          </a:p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  <a:r>
              <a:t>  ↓</a:t>
            </a:r>
          </a:p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  <a:r>
              <a:t>🧮 System calculates carbon footprint</a:t>
            </a:r>
          </a:p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  <a:r>
              <a:t>  ↓</a:t>
            </a:r>
          </a:p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  <a:r>
              <a:t>🏆 System checks and awards badges</a:t>
            </a:r>
          </a:p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  <a:r>
              <a:t>  ↓</a:t>
            </a:r>
          </a:p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  <a:r>
              <a:t>📊 User navigates to /dashboard</a:t>
            </a:r>
          </a:p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  <a:r>
              <a:t>  ↓</a:t>
            </a:r>
          </a:p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  <a:r>
              <a:t>📈 System displays updated metrics, charts, goal progress</a:t>
            </a:r>
          </a:p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  <a:r>
              <a:t>  ↓</a:t>
            </a:r>
          </a:p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  <a:r>
              <a:t>⏹️ End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2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A88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🌐 Deployment Diagram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  <a:r>
              <a:t>💻 Client Device (Browser):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Vue 3 SPA served as static files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HTTPS connection to Railway frontend</a:t>
            </a:r>
          </a:p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  <a:r>
              <a:t>🌐 Railway Frontend Server: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Static file server (Nginx/similar)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Serves index.html + JS/CSS bundles</a:t>
            </a:r>
          </a:p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  <a:r>
              <a:t>⚙️ Railway Backend Server: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PHP 8.3 built-in server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REST API endpoints with JWT auth</a:t>
            </a:r>
          </a:p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  <a:r>
              <a:t>🗄️ Railway MySQL Database: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MySQL 8.0 cloud database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9 tables with foreign key constraints</a:t>
            </a:r>
          </a:p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  <a:r>
              <a:t>🔒 Network: HTTPS/TLS for all connections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A88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Database &amp; Data Management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2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A88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🗃️ Database Schema &amp; Tables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  <a:r>
              <a:t>🗄️ Database: MySQL 8.0</a:t>
            </a:r>
          </a:p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  <a:r>
              <a:t>📋 Main Tables: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User (id, name, email, password, role, goal settings)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ActivityType (id, name, category, emission_factor)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ActivityLog (id, user_id, activity_type_id, amount, carbon_footprint, date)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Badge (id, name, description, icon, category_rule, threshold_value)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UserBadge (user_id, badge_id, earned_at)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Challenge (id, title, description, target_type, target_value, dates)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ChallengeParticipant (id, challenge_id, user_id, progress)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Friendship (id, sender_id, receiver_id, status)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Tip (id, title, content, category)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2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A88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🔐 Data Validation &amp; Security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  <a:r>
              <a:t>✅ Input Validation: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Required field checks on frontend and backend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Type validation (integers, floats, dates, emails)</a:t>
            </a:r>
          </a:p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  <a:r>
              <a:t>🔒 Security Measures: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Password hashing with Bcrypt (cost factor 10)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JWT token-based authentication (24-hour expiry)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Parameterized SQL queries to prevent injection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CORS policy restricts API access to frontend domain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Role-based access control (user vs admin)</a:t>
            </a:r>
          </a:p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  <a:r>
              <a:t>🛡️ Data Integrity: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Foreign key constraints in database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Unique constraints on email addresses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NOT NULL constraints on required fields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2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A88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🎯 Demonstration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  <a:r>
              <a:t>📦 Seed Data Included: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17+ activity types with realistic emission factors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10 eco tips across all categories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4 challenges with date ranges and targets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6+ badges (streak-based and category-based)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1 admin user (admin@greenstep.my / admin123)</a:t>
            </a:r>
          </a:p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  <a:r>
              <a:t>🎬 Realistic Demo Scenario: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User registers and logs activities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System calculates carbon footprint automatically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User sets carbon reduction goal (e.g., 30% in 30 days)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User earns badges based on activity milestones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User joins challenges and tracks progress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User adds friends and compares on leaderboard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Admin manages emission factors, badges, challenges, tips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A88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System Demonstration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2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A88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👤 User Flow Demonstration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  <a:r>
              <a:t>🔐 1. Authentication: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Register new account or login • JWT token stored in localStorage</a:t>
            </a:r>
          </a:p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  <a:r>
              <a:t>📊 2. Dashboard: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View today's footprint, weekly/monthly trends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See category breakdown doughnut chart • Track carbon reduction goal progress</a:t>
            </a:r>
          </a:p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  <a:r>
              <a:t>📝 3. Activity Logging: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Select category (Transport, Diet, Energy, Recycling)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Choose activity type from dropdown • Enter amount and date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Upload optional photo • Submit and see carbon footprint calculated</a:t>
            </a:r>
          </a:p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  <a:r>
              <a:t>🏆 4. Gamification: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Earn badges automatically • Join challenges and track progress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View leaderboard rankings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2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A88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⚙️ Admin Flow Demonstration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  <a:r>
              <a:t>📊 1. Admin Dashboard: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View platform statistics (total users, activities, emissions)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See user dataset overview</a:t>
            </a:r>
          </a:p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  <a:r>
              <a:t>⚡ 2. Emission Factor Management: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Add/edit/delete activity types • Create custom categories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Set emission factors (kg CO₂ per unit)</a:t>
            </a:r>
          </a:p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  <a:r>
              <a:t>🏅 3. Badge Management: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Create custom badges with category rules • Set threshold values • Delete badges</a:t>
            </a:r>
          </a:p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  <a:r>
              <a:t>🏆 4. Challenge Management: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Create challenges with targets and date ranges • Update/delete challenges</a:t>
            </a:r>
          </a:p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  <a:r>
              <a:t>💡 5. Tips Management: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Add eco tips with categories • Delete tips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2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A88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✨ Key Features Demonstrated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 b="1">
                <a:solidFill>
                  <a:srgbClr val="25D366"/>
                </a:solidFill>
              </a:defRPr>
            </a:pPr>
            <a:r>
              <a:t>✓ User authentication with JWT</a:t>
            </a:r>
          </a:p>
          <a:p>
            <a:pPr>
              <a:spcAft>
                <a:spcPts val="800"/>
              </a:spcAft>
              <a:defRPr sz="1400" b="1">
                <a:solidFill>
                  <a:srgbClr val="25D366"/>
                </a:solidFill>
              </a:defRPr>
            </a:pPr>
            <a:r>
              <a:t>✓ Activity logging with automatic carbon calculation</a:t>
            </a:r>
          </a:p>
          <a:p>
            <a:pPr>
              <a:spcAft>
                <a:spcPts val="800"/>
              </a:spcAft>
              <a:defRPr sz="1400" b="1">
                <a:solidFill>
                  <a:srgbClr val="25D366"/>
                </a:solidFill>
              </a:defRPr>
            </a:pPr>
            <a:r>
              <a:t>✓ Real-time dashboard with interactive charts</a:t>
            </a:r>
          </a:p>
          <a:p>
            <a:pPr>
              <a:spcAft>
                <a:spcPts val="800"/>
              </a:spcAft>
              <a:defRPr sz="1400" b="1">
                <a:solidFill>
                  <a:srgbClr val="25D366"/>
                </a:solidFill>
              </a:defRPr>
            </a:pPr>
            <a:r>
              <a:t>✓ Carbon reduction goal with progress tracking</a:t>
            </a:r>
          </a:p>
          <a:p>
            <a:pPr>
              <a:spcAft>
                <a:spcPts val="800"/>
              </a:spcAft>
              <a:defRPr sz="1400" b="1">
                <a:solidFill>
                  <a:srgbClr val="25D366"/>
                </a:solidFill>
              </a:defRPr>
            </a:pPr>
            <a:r>
              <a:t>✓ Badge unlocking based on activity milestones</a:t>
            </a:r>
          </a:p>
          <a:p>
            <a:pPr>
              <a:spcAft>
                <a:spcPts val="800"/>
              </a:spcAft>
              <a:defRPr sz="1400" b="1">
                <a:solidFill>
                  <a:srgbClr val="25D366"/>
                </a:solidFill>
              </a:defRPr>
            </a:pPr>
            <a:r>
              <a:t>✓ Challenge join/leave with progress tracking</a:t>
            </a:r>
          </a:p>
          <a:p>
            <a:pPr>
              <a:spcAft>
                <a:spcPts val="800"/>
              </a:spcAft>
              <a:defRPr sz="1400" b="1">
                <a:solidFill>
                  <a:srgbClr val="25D366"/>
                </a:solidFill>
              </a:defRPr>
            </a:pPr>
            <a:r>
              <a:t>✓ Friend connections and leaderboard</a:t>
            </a:r>
          </a:p>
          <a:p>
            <a:pPr>
              <a:spcAft>
                <a:spcPts val="800"/>
              </a:spcAft>
              <a:defRPr sz="1400" b="1">
                <a:solidFill>
                  <a:srgbClr val="25D366"/>
                </a:solidFill>
              </a:defRPr>
            </a:pPr>
            <a:r>
              <a:t>✓ Admin CRUD operations for all entities</a:t>
            </a:r>
          </a:p>
          <a:p>
            <a:pPr>
              <a:spcAft>
                <a:spcPts val="800"/>
              </a:spcAft>
              <a:defRPr sz="1400" b="1">
                <a:solidFill>
                  <a:srgbClr val="25D366"/>
                </a:solidFill>
              </a:defRPr>
            </a:pPr>
            <a:r>
              <a:t>✓ Photo upload for activities</a:t>
            </a:r>
          </a:p>
          <a:p>
            <a:pPr>
              <a:spcAft>
                <a:spcPts val="800"/>
              </a:spcAft>
              <a:defRPr sz="1400" b="1">
                <a:solidFill>
                  <a:srgbClr val="25D366"/>
                </a:solidFill>
              </a:defRPr>
            </a:pPr>
            <a:r>
              <a:t>✓ Responsive mobile-first design</a:t>
            </a:r>
          </a:p>
          <a:p>
            <a:pPr>
              <a:spcAft>
                <a:spcPts val="800"/>
              </a:spcAft>
              <a:defRPr sz="1400" b="1">
                <a:solidFill>
                  <a:srgbClr val="25D366"/>
                </a:solidFill>
              </a:defRPr>
            </a:pPr>
            <a:r>
              <a:t>✓ Professional UI with SVG icons</a:t>
            </a:r>
          </a:p>
          <a:p>
            <a:pPr>
              <a:spcAft>
                <a:spcPts val="800"/>
              </a:spcAft>
              <a:defRPr sz="1400" b="1">
                <a:solidFill>
                  <a:srgbClr val="25D366"/>
                </a:solidFill>
              </a:defRPr>
            </a:pPr>
            <a:r>
              <a:t>✓ Event-driven architecture (eventBus)</a:t>
            </a:r>
          </a:p>
          <a:p>
            <a:pPr>
              <a:spcAft>
                <a:spcPts val="800"/>
              </a:spcAft>
              <a:defRPr sz="1400" b="1">
                <a:solidFill>
                  <a:srgbClr val="25D366"/>
                </a:solidFill>
              </a:defRPr>
            </a:pPr>
            <a:r>
              <a:t>✓ Error handling and validation</a:t>
            </a:r>
          </a:p>
          <a:p>
            <a:pPr>
              <a:spcAft>
                <a:spcPts val="800"/>
              </a:spcAft>
              <a:defRPr sz="1400" b="1">
                <a:solidFill>
                  <a:srgbClr val="25D366"/>
                </a:solidFill>
              </a:defRPr>
            </a:pPr>
            <a:r>
              <a:t>✓ Toast notifications for user feedback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2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A88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🎓 Technical Achievements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  <a:r>
              <a:t>🏗️ Software Engineering Practices: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Modular MVC architecture (Models, Controllers, Views)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RESTful API design with proper HTTP methods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Separation of concerns (frontend/backend/database)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Reusable components and services</a:t>
            </a:r>
          </a:p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  <a:r>
              <a:t>🚀 DevOps Practices: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Git version control with descriptive commits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Continuous deployment with Railway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Environment variable management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Timezone handling for global deployment (Asia/Kuala_Lumpur)</a:t>
            </a:r>
          </a:p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111B21"/>
                </a:solidFill>
              </a:defRPr>
            </a:pPr>
            <a:r>
              <a:t>💎 Code Quality: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Consistent naming conventions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Proper error handling and logging</a:t>
            </a:r>
          </a:p>
          <a:p>
            <a:pPr lvl="1">
              <a:spcAft>
                <a:spcPts val="800"/>
              </a:spcAft>
              <a:defRPr sz="1400">
                <a:solidFill>
                  <a:srgbClr val="54656F"/>
                </a:solidFill>
              </a:defRPr>
            </a:pPr>
            <a:r>
              <a:t>  • SQL query optimization • Frontend state management with Pinia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00"/>
          </a:xfrm>
          <a:prstGeom prst="rect">
            <a:avLst/>
          </a:prstGeom>
          <a:solidFill>
            <a:srgbClr val="00A88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0"/>
            <a:ext cx="9144000" cy="32004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You! 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7315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54656F"/>
                </a:solidFill>
              </a:defRPr>
            </a:pPr>
            <a:r>
              <a:t>Live Demonstration</a:t>
            </a:r>
          </a:p>
          <a:p/>
          <a:p>
            <a:r>
              <a:t>🌐 Frontend: https://greenstep.up.railway.app</a:t>
            </a:r>
          </a:p>
          <a:p>
            <a:r>
              <a:t>⚙️ Backend API: https://greenstep-backend-production.up.railway.app/api</a:t>
            </a:r>
          </a:p>
          <a:p/>
          <a:p>
            <a:r>
              <a:t>📦 GitHub: FleepyDean/GreenStep</a:t>
            </a:r>
          </a:p>
          <a:p/>
          <a:p>
            <a:r>
              <a:t>❓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