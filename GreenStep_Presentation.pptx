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GreenStep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Carbon Footprint &amp; Eco-Lifestyle Tracker</a:t>
            </a:r>
          </a:p>
          <a:p>
            <a:r>
              <a:t>SCSM2223 Cross-Platform Application Development</a:t>
            </a:r>
          </a:p>
          <a:p>
            <a:r>
              <a:t>Group Project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Profile and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Team Member: Danish (Developer)</a:t>
            </a:r>
          </a:p>
          <a:p>
            <a:pPr>
              <a:defRPr sz="1400"/>
            </a:pPr>
            <a:r>
              <a:t>Role: Full-Stack Developer</a:t>
            </a:r>
          </a:p>
          <a:p>
            <a:pPr>
              <a:defRPr sz="1400"/>
            </a:pPr>
            <a:r>
              <a:t>Contributions:</a:t>
            </a:r>
          </a:p>
          <a:p>
            <a:pPr>
              <a:defRPr sz="1400"/>
            </a:pPr>
            <a:r>
              <a:t>  • Frontend development (Vue 3, Vite, Pinia)</a:t>
            </a:r>
          </a:p>
          <a:p>
            <a:pPr>
              <a:defRPr sz="1400"/>
            </a:pPr>
            <a:r>
              <a:t>  • Backend API development (PHP Slim 4, PDO)</a:t>
            </a:r>
          </a:p>
          <a:p>
            <a:pPr>
              <a:defRPr sz="1400"/>
            </a:pPr>
            <a:r>
              <a:t>  • Database design and implementation (MySQL)</a:t>
            </a:r>
          </a:p>
          <a:p>
            <a:pPr>
              <a:defRPr sz="1400"/>
            </a:pPr>
            <a:r>
              <a:t>  • DevOps and deployment (Railway, Git/GitHub)</a:t>
            </a:r>
          </a:p>
          <a:p>
            <a:pPr>
              <a:defRPr sz="1400"/>
            </a:pPr>
            <a:r>
              <a:t>  • UI/UX design and implementation</a:t>
            </a:r>
          </a:p>
          <a:p>
            <a:pPr>
              <a:defRPr sz="1400"/>
            </a:pPr>
            <a:r>
              <a:t>  • Testing and debugging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Problem Statement:</a:t>
            </a:r>
          </a:p>
          <a:p>
            <a:pPr>
              <a:defRPr sz="1400"/>
            </a:pPr>
            <a:r>
              <a:t>  Climate change is urgent; individuals account for large share of avoidable emissions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Solution: GreenStep</a:t>
            </a:r>
          </a:p>
          <a:p>
            <a:pPr>
              <a:defRPr sz="1400"/>
            </a:pPr>
            <a:r>
              <a:t>  • Daily carbon footprint tracker with automatic calculation</a:t>
            </a:r>
          </a:p>
          <a:p>
            <a:pPr>
              <a:defRPr sz="1400"/>
            </a:pPr>
            <a:r>
              <a:t>  • Gamification through badges and challenges</a:t>
            </a:r>
          </a:p>
          <a:p>
            <a:pPr>
              <a:defRPr sz="1400"/>
            </a:pPr>
            <a:r>
              <a:t>  • Social features: friends, leaderboard, challenges</a:t>
            </a:r>
          </a:p>
          <a:p>
            <a:pPr>
              <a:defRPr sz="1400"/>
            </a:pPr>
            <a:r>
              <a:t>  • Personalized carbon reduction goals with projections</a:t>
            </a:r>
          </a:p>
          <a:p>
            <a:pPr>
              <a:defRPr sz="1400"/>
            </a:pPr>
            <a:r>
              <a:t>  • Admin tools for managing emission factors, badges, tips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Target Users:</a:t>
            </a:r>
          </a:p>
          <a:p>
            <a:pPr>
              <a:defRPr sz="1400"/>
            </a:pPr>
            <a:r>
              <a:t>  • Environmentally conscious individuals</a:t>
            </a:r>
          </a:p>
          <a:p>
            <a:pPr>
              <a:defRPr sz="1400"/>
            </a:pPr>
            <a:r>
              <a:t>  • Students and young professionals</a:t>
            </a:r>
          </a:p>
          <a:p>
            <a:pPr>
              <a:defRPr sz="1400"/>
            </a:pPr>
            <a:r>
              <a:t>  • Community groups and organizations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Objectives:</a:t>
            </a:r>
          </a:p>
          <a:p>
            <a:pPr>
              <a:defRPr sz="1400"/>
            </a:pPr>
            <a:r>
              <a:t>  • Track daily carbon footprint across transport, diet, energy, recycling</a:t>
            </a:r>
          </a:p>
          <a:p>
            <a:pPr>
              <a:defRPr sz="1400"/>
            </a:pPr>
            <a:r>
              <a:t>  • Provide actionable eco tips</a:t>
            </a:r>
          </a:p>
          <a:p>
            <a:pPr>
              <a:defRPr sz="1400"/>
            </a:pPr>
            <a:r>
              <a:t>  • Motivate through gamification (badges, challenges, leaderboard)</a:t>
            </a:r>
          </a:p>
          <a:p>
            <a:pPr>
              <a:defRPr sz="1400"/>
            </a:pPr>
            <a:r>
              <a:t>  • Enable social accountability through friend connections</a:t>
            </a:r>
          </a:p>
          <a:p>
            <a:pPr>
              <a:defRPr sz="1400"/>
            </a:pPr>
            <a:r>
              <a:t>  • Help users set and achieve carbon reduction goals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Features &amp; Functional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User Features:</a:t>
            </a:r>
          </a:p>
          <a:p>
            <a:pPr>
              <a:defRPr sz="1200"/>
            </a:pPr>
            <a:r>
              <a:t>• Activity logging with photo upload</a:t>
            </a:r>
          </a:p>
          <a:p>
            <a:pPr>
              <a:defRPr sz="1200"/>
            </a:pPr>
            <a:r>
              <a:t>• Real-time dashboard with charts</a:t>
            </a:r>
          </a:p>
          <a:p>
            <a:pPr>
              <a:defRPr sz="1200"/>
            </a:pPr>
            <a:r>
              <a:t>• Carbon reduction goal tracking</a:t>
            </a:r>
          </a:p>
          <a:p>
            <a:pPr>
              <a:defRPr sz="1200"/>
            </a:pPr>
            <a:r>
              <a:t>• Badge unlocking system</a:t>
            </a:r>
          </a:p>
          <a:p>
            <a:pPr>
              <a:defRPr sz="1200"/>
            </a:pPr>
            <a:r>
              <a:t>• Eco challenges (join/leave/track)</a:t>
            </a:r>
          </a:p>
          <a:p>
            <a:pPr>
              <a:defRPr sz="1200"/>
            </a:pPr>
            <a:r>
              <a:t>• Daily eco tips</a:t>
            </a:r>
          </a:p>
          <a:p>
            <a:pPr>
              <a:defRPr sz="1200"/>
            </a:pPr>
            <a:r>
              <a:t>• Friends &amp; social connections</a:t>
            </a:r>
          </a:p>
          <a:p>
            <a:pPr>
              <a:defRPr sz="1200"/>
            </a:pPr>
            <a:r>
              <a:t>• Global/friends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200"/>
            </a:pPr>
            <a:r>
              <a:t>Admin Features:</a:t>
            </a:r>
          </a:p>
          <a:p>
            <a:pPr>
              <a:defRPr sz="1200"/>
            </a:pPr>
            <a:r>
              <a:t>• Platform statistics dashboard</a:t>
            </a:r>
          </a:p>
          <a:p>
            <a:pPr>
              <a:defRPr sz="1200"/>
            </a:pPr>
            <a:r>
              <a:t>• Badge management (CRUD)</a:t>
            </a:r>
          </a:p>
          <a:p>
            <a:pPr>
              <a:defRPr sz="1200"/>
            </a:pPr>
            <a:r>
              <a:t>• Emission factor management</a:t>
            </a:r>
          </a:p>
          <a:p>
            <a:pPr>
              <a:defRPr sz="1200"/>
            </a:pPr>
            <a:r>
              <a:t>• Challenge management (CRUD)</a:t>
            </a:r>
          </a:p>
          <a:p>
            <a:pPr>
              <a:defRPr sz="1200"/>
            </a:pPr>
            <a:r>
              <a:t>• Tips management (CRUD)</a:t>
            </a:r>
          </a:p>
          <a:p>
            <a:pPr>
              <a:defRPr sz="1200"/>
            </a:pPr>
            <a:r>
              <a:t>• User dataset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Frontend: Vue 3 + Vue Router + Pinia + Vite</a:t>
            </a:r>
          </a:p>
          <a:p>
            <a:pPr>
              <a:defRPr sz="1400"/>
            </a:pPr>
            <a:r>
              <a:t>  • Dynamic, mobile-first SPA with reactive state management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Backend: PHP Slim 4 + PDO</a:t>
            </a:r>
          </a:p>
          <a:p>
            <a:pPr>
              <a:defRPr sz="1400"/>
            </a:pPr>
            <a:r>
              <a:t>  • RESTful API with business logic and middleware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Database: MySQL</a:t>
            </a:r>
          </a:p>
          <a:p>
            <a:pPr>
              <a:defRPr sz="1400"/>
            </a:pPr>
            <a:r>
              <a:t>  • Relational database with 9 tables and foreign key constraints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Security: JWT (firebase/php-jwt) + Bcrypt</a:t>
            </a:r>
          </a:p>
          <a:p>
            <a:pPr>
              <a:defRPr sz="1400"/>
            </a:pPr>
            <a:r>
              <a:t>  • Token-based authentication with password hashing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Deployment: Railway (Nixpacks)</a:t>
            </a:r>
          </a:p>
          <a:p>
            <a:pPr>
              <a:defRPr sz="1400"/>
            </a:pPr>
            <a:r>
              <a:t>  • Frontend, Backend, and MySQL hosted on Railway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DevOps: Version Control &amp;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GitHub Repository:</a:t>
            </a:r>
          </a:p>
          <a:p>
            <a:pPr>
              <a:defRPr sz="1400"/>
            </a:pPr>
            <a:r>
              <a:t>  • Repository: FleepyDean/GreenStep</a:t>
            </a:r>
          </a:p>
          <a:p>
            <a:pPr>
              <a:defRPr sz="1400"/>
            </a:pPr>
            <a:r>
              <a:t>  • Main branch for production code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Branching Strategy:</a:t>
            </a:r>
          </a:p>
          <a:p>
            <a:pPr>
              <a:defRPr sz="1400"/>
            </a:pPr>
            <a:r>
              <a:t>  • Main branch for stable releases</a:t>
            </a:r>
          </a:p>
          <a:p>
            <a:pPr>
              <a:defRPr sz="1400"/>
            </a:pPr>
            <a:r>
              <a:t>  • Feature branches for new features</a:t>
            </a:r>
          </a:p>
          <a:p>
            <a:pPr>
              <a:defRPr sz="1400"/>
            </a:pPr>
            <a:r>
              <a:t>  • Direct commits for hotfixes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Collaboration:</a:t>
            </a:r>
          </a:p>
          <a:p>
            <a:pPr>
              <a:defRPr sz="1400"/>
            </a:pPr>
            <a:r>
              <a:t>  • Commit history with descriptive messages</a:t>
            </a:r>
          </a:p>
          <a:p>
            <a:pPr>
              <a:defRPr sz="1400"/>
            </a:pPr>
            <a:r>
              <a:t>  • Code organized in modular structure</a:t>
            </a:r>
          </a:p>
          <a:p>
            <a:pPr>
              <a:defRPr sz="1400"/>
            </a:pPr>
            <a:r>
              <a:t>  • .gitignore for sensitive data (.env files)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DevOps: CI/CD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Continuous Deployment:</a:t>
            </a:r>
          </a:p>
          <a:p>
            <a:pPr>
              <a:defRPr sz="1400"/>
            </a:pPr>
            <a:r>
              <a:t>  • Railway auto-deploys on Git push to main branch</a:t>
            </a:r>
          </a:p>
          <a:p>
            <a:pPr>
              <a:defRPr sz="1400"/>
            </a:pPr>
            <a:r>
              <a:t>  • Separate services: Frontend, Backend, MySQL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Build Process:</a:t>
            </a:r>
          </a:p>
          <a:p>
            <a:pPr>
              <a:defRPr sz="1400"/>
            </a:pPr>
            <a:r>
              <a:t>  • Frontend: Node 20, npm install, npm run build, serve dist/</a:t>
            </a:r>
          </a:p>
          <a:p>
            <a:pPr>
              <a:defRPr sz="1400"/>
            </a:pPr>
            <a:r>
              <a:t>  • Backend: PHP 8.3, Composer install, php -S 0.0.0.0:$PORT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Environment Variables:</a:t>
            </a:r>
          </a:p>
          <a:p>
            <a:pPr>
              <a:defRPr sz="1400"/>
            </a:pPr>
            <a:r>
              <a:t>  • Frontend: VITE_API_URL</a:t>
            </a:r>
          </a:p>
          <a:p>
            <a:pPr>
              <a:defRPr sz="1400"/>
            </a:pPr>
            <a:r>
              <a:t>  • Backend: DB_HOST, DB_PORT, DB_NAME, DB_USER, DB_PASS, JWT_SECRET, FRONTEND_URL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Deployment URLs:</a:t>
            </a:r>
          </a:p>
          <a:p>
            <a:pPr>
              <a:defRPr sz="1400"/>
            </a:pPr>
            <a:r>
              <a:t>  • Frontend: https://greenstep.up.railway.app</a:t>
            </a:r>
          </a:p>
          <a:p>
            <a:pPr>
              <a:defRPr sz="1400"/>
            </a:pPr>
            <a:r>
              <a:t>  • Backend: https://greenstep-backend-production.up.railway.app/api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Client Layer (Browser):</a:t>
            </a:r>
          </a:p>
          <a:p>
            <a:pPr>
              <a:defRPr sz="1400"/>
            </a:pPr>
            <a:r>
              <a:t>  • Vue 3 SPA with Vite build tool</a:t>
            </a:r>
          </a:p>
          <a:p>
            <a:pPr>
              <a:defRPr sz="1400"/>
            </a:pPr>
            <a:r>
              <a:t>  • Axios HTTP client with JWT interceptors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Server Layer (Railway):</a:t>
            </a:r>
          </a:p>
          <a:p>
            <a:pPr>
              <a:defRPr sz="1400"/>
            </a:pPr>
            <a:r>
              <a:t>  • PHP Slim 4 REST API</a:t>
            </a:r>
          </a:p>
          <a:p>
            <a:pPr>
              <a:defRPr sz="1400"/>
            </a:pPr>
            <a:r>
              <a:t>  • JWT middleware for authentication</a:t>
            </a:r>
          </a:p>
          <a:p>
            <a:pPr>
              <a:defRPr sz="1400"/>
            </a:pPr>
            <a:r>
              <a:t>  • CORS middleware for cross-origin requests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Database Layer (Railway MySQL):</a:t>
            </a:r>
          </a:p>
          <a:p>
            <a:pPr>
              <a:defRPr sz="1400"/>
            </a:pPr>
            <a:r>
              <a:t>  • MySQL 8.0 with 9 relational tables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External Services:</a:t>
            </a:r>
          </a:p>
          <a:p>
            <a:pPr>
              <a:defRPr sz="1400"/>
            </a:pPr>
            <a:r>
              <a:t>  • None (self-contained system)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Deployment:</a:t>
            </a:r>
          </a:p>
          <a:p>
            <a:pPr>
              <a:defRPr sz="1400"/>
            </a:pPr>
            <a:r>
              <a:t>  • Railway hosting platform (Frontend + Backend + MySQL)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Diagram: Activity Logging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User selects category and activity type</a:t>
            </a:r>
          </a:p>
          <a:p>
            <a:pPr>
              <a:defRPr sz="1400"/>
            </a:pPr>
            <a:r>
              <a:t>2. User enters amount, date, and optional photo</a:t>
            </a:r>
          </a:p>
          <a:p>
            <a:pPr>
              <a:defRPr sz="1400"/>
            </a:pPr>
            <a:r>
              <a:t>3. Frontend sends POST /api/activities with JWT token</a:t>
            </a:r>
          </a:p>
          <a:p>
            <a:pPr>
              <a:defRPr sz="1400"/>
            </a:pPr>
            <a:r>
              <a:t>4. Backend validates JWT token (JwtMiddleware)</a:t>
            </a:r>
          </a:p>
          <a:p>
            <a:pPr>
              <a:defRPr sz="1400"/>
            </a:pPr>
            <a:r>
              <a:t>5. Backend calculates carbon footprint (amount × emission factor)</a:t>
            </a:r>
          </a:p>
          <a:p>
            <a:pPr>
              <a:defRPr sz="1400"/>
            </a:pPr>
            <a:r>
              <a:t>6. Backend inserts activity into ActivityLog table</a:t>
            </a:r>
          </a:p>
          <a:p>
            <a:pPr>
              <a:defRPr sz="1400"/>
            </a:pPr>
            <a:r>
              <a:t>7. Backend checks and awards badges (BadgeController)</a:t>
            </a:r>
          </a:p>
          <a:p>
            <a:pPr>
              <a:defRPr sz="1400"/>
            </a:pPr>
            <a:r>
              <a:t>8. Backend returns success response with activity data</a:t>
            </a:r>
          </a:p>
          <a:p>
            <a:pPr>
              <a:defRPr sz="1400"/>
            </a:pPr>
            <a:r>
              <a:t>9. Frontend emits 'activity-logged' event via eventBus</a:t>
            </a:r>
          </a:p>
          <a:p>
            <a:pPr>
              <a:defRPr sz="1400"/>
            </a:pPr>
            <a:r>
              <a:t>10. Dashboard listens and refreshes goal + metrics</a:t>
            </a:r>
          </a:p>
          <a:p>
            <a:pPr>
              <a:defRPr sz="1400"/>
            </a:pPr>
            <a:r>
              <a:t>11. User sees updated dashboard with new activity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Diagram: User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Start → User opens app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Decision: Authenticated?</a:t>
            </a:r>
          </a:p>
          <a:p>
            <a:pPr>
              <a:defRPr sz="1400"/>
            </a:pPr>
            <a:r>
              <a:t>  No → Redirect to /profile (login/register)</a:t>
            </a:r>
          </a:p>
          <a:p>
            <a:pPr>
              <a:defRPr sz="1400"/>
            </a:pPr>
            <a:r>
              <a:t>  Yes → Show dashboard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User navigates to /activity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User logs activity (category, type, amount, date, photo)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System calculates carbon footprint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System checks and awards badges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User navigates to /dashboard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System displays updated metrics, charts, goal progress</a:t>
            </a:r>
          </a:p>
          <a:p>
            <a:pPr>
              <a:defRPr sz="1400"/>
            </a:pPr>
            <a:r>
              <a:t>  ↓</a:t>
            </a:r>
          </a:p>
          <a:p>
            <a:pPr>
              <a:defRPr sz="1400"/>
            </a:pPr>
            <a:r>
              <a:t>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Client Device (Browser):</a:t>
            </a:r>
          </a:p>
          <a:p>
            <a:pPr>
              <a:defRPr sz="1400"/>
            </a:pPr>
            <a:r>
              <a:t>  • Vue 3 SPA served as static files</a:t>
            </a:r>
          </a:p>
          <a:p>
            <a:pPr>
              <a:defRPr sz="1400"/>
            </a:pPr>
            <a:r>
              <a:t>  • HTTPS connection to Railway frontend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Railway Frontend Server:</a:t>
            </a:r>
          </a:p>
          <a:p>
            <a:pPr>
              <a:defRPr sz="1400"/>
            </a:pPr>
            <a:r>
              <a:t>  • Nginx/static file server</a:t>
            </a:r>
          </a:p>
          <a:p>
            <a:pPr>
              <a:defRPr sz="1400"/>
            </a:pPr>
            <a:r>
              <a:t>  • Serves index.html + JS/CSS bundles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Railway Backend Server:</a:t>
            </a:r>
          </a:p>
          <a:p>
            <a:pPr>
              <a:defRPr sz="1400"/>
            </a:pPr>
            <a:r>
              <a:t>  • PHP 8.3 built-in server</a:t>
            </a:r>
          </a:p>
          <a:p>
            <a:pPr>
              <a:defRPr sz="1400"/>
            </a:pPr>
            <a:r>
              <a:t>  • REST API endpoints</a:t>
            </a:r>
          </a:p>
          <a:p>
            <a:pPr>
              <a:defRPr sz="1400"/>
            </a:pPr>
            <a:r>
              <a:t>  • JWT authentication middleware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Railway MySQL Database:</a:t>
            </a:r>
          </a:p>
          <a:p>
            <a:pPr>
              <a:defRPr sz="1400"/>
            </a:pPr>
            <a:r>
              <a:t>  • MySQL 8.0 cloud database</a:t>
            </a:r>
          </a:p>
          <a:p>
            <a:pPr>
              <a:defRPr sz="1400"/>
            </a:pPr>
            <a:r>
              <a:t>  • 9 tables with foreign key constraints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Network: HTTPS/TLS for all connections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and 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Database: MySQL 8.0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Main Tables:</a:t>
            </a:r>
          </a:p>
          <a:p>
            <a:pPr>
              <a:defRPr sz="1400"/>
            </a:pPr>
            <a:r>
              <a:t>  • User (id, name, email, password, role, goal settings)</a:t>
            </a:r>
          </a:p>
          <a:p>
            <a:pPr>
              <a:defRPr sz="1400"/>
            </a:pPr>
            <a:r>
              <a:t>  • ActivityType (id, name, category, emission_factor)</a:t>
            </a:r>
          </a:p>
          <a:p>
            <a:pPr>
              <a:defRPr sz="1400"/>
            </a:pPr>
            <a:r>
              <a:t>  • ActivityLog (id, user_id, activity_type_id, amount, carbon_footprint, date, photo_url)</a:t>
            </a:r>
          </a:p>
          <a:p>
            <a:pPr>
              <a:defRPr sz="1400"/>
            </a:pPr>
            <a:r>
              <a:t>  • Badge (id, name, description, icon, category_rule, threshold_value)</a:t>
            </a:r>
          </a:p>
          <a:p>
            <a:pPr>
              <a:defRPr sz="1400"/>
            </a:pPr>
            <a:r>
              <a:t>  • UserBadge (user_id, badge_id, earned_at)</a:t>
            </a:r>
          </a:p>
          <a:p>
            <a:pPr>
              <a:defRPr sz="1400"/>
            </a:pPr>
            <a:r>
              <a:t>  • Challenge (id, title, description, target_type, target_value, start_date, end_date)</a:t>
            </a:r>
          </a:p>
          <a:p>
            <a:pPr>
              <a:defRPr sz="1400"/>
            </a:pPr>
            <a:r>
              <a:t>  • ChallengeParticipant (id, challenge_id, user_id, progress)</a:t>
            </a:r>
          </a:p>
          <a:p>
            <a:pPr>
              <a:defRPr sz="1400"/>
            </a:pPr>
            <a:r>
              <a:t>  • Friendship (id, sender_id, receiver_id, status)</a:t>
            </a:r>
          </a:p>
          <a:p>
            <a:pPr>
              <a:defRPr sz="1400"/>
            </a:pPr>
            <a:r>
              <a:t>  • Tip (id, title, content, category)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Security: Bcrypt password hashing, JWT tokens, parameterized queries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Validation and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Input Validation:</a:t>
            </a:r>
          </a:p>
          <a:p>
            <a:pPr>
              <a:defRPr sz="1400"/>
            </a:pPr>
            <a:r>
              <a:t>  • Required field checks on frontend and backend</a:t>
            </a:r>
          </a:p>
          <a:p>
            <a:pPr>
              <a:defRPr sz="1400"/>
            </a:pPr>
            <a:r>
              <a:t>  • Type validation (integers, floats, dates)</a:t>
            </a:r>
          </a:p>
          <a:p>
            <a:pPr>
              <a:defRPr sz="1400"/>
            </a:pPr>
            <a:r>
              <a:t>  • Email format validation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Security Measures:</a:t>
            </a:r>
          </a:p>
          <a:p>
            <a:pPr>
              <a:defRPr sz="1400"/>
            </a:pPr>
            <a:r>
              <a:t>  • Password hashing with Bcrypt (cost factor 10)</a:t>
            </a:r>
          </a:p>
          <a:p>
            <a:pPr>
              <a:defRPr sz="1400"/>
            </a:pPr>
            <a:r>
              <a:t>  • JWT token-based authentication (24-hour expiry)</a:t>
            </a:r>
          </a:p>
          <a:p>
            <a:pPr>
              <a:defRPr sz="1400"/>
            </a:pPr>
            <a:r>
              <a:t>  • Parameterized SQL queries to prevent injection</a:t>
            </a:r>
          </a:p>
          <a:p>
            <a:pPr>
              <a:defRPr sz="1400"/>
            </a:pPr>
            <a:r>
              <a:t>  • CORS policy restricts API access to frontend domain</a:t>
            </a:r>
          </a:p>
          <a:p>
            <a:pPr>
              <a:defRPr sz="1400"/>
            </a:pPr>
            <a:r>
              <a:t>  • Role-based access control (user vs admin)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 Integrity:</a:t>
            </a:r>
          </a:p>
          <a:p>
            <a:pPr>
              <a:defRPr sz="1400"/>
            </a:pPr>
            <a:r>
              <a:t>  • Foreign key constraints in database</a:t>
            </a:r>
          </a:p>
          <a:p>
            <a:pPr>
              <a:defRPr sz="1400"/>
            </a:pPr>
            <a:r>
              <a:t>  • Unique constraints on email addresses</a:t>
            </a:r>
          </a:p>
          <a:p>
            <a:pPr>
              <a:defRPr sz="1400"/>
            </a:pPr>
            <a:r>
              <a:t>  • NOT NULL constraints on required fields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Seed Data Included:</a:t>
            </a:r>
          </a:p>
          <a:p>
            <a:pPr>
              <a:defRPr sz="1400"/>
            </a:pPr>
            <a:r>
              <a:t>  • 17+ activity types with realistic emission factors</a:t>
            </a:r>
          </a:p>
          <a:p>
            <a:pPr>
              <a:defRPr sz="1400"/>
            </a:pPr>
            <a:r>
              <a:t>  • 10 eco tips across all categories</a:t>
            </a:r>
          </a:p>
          <a:p>
            <a:pPr>
              <a:defRPr sz="1400"/>
            </a:pPr>
            <a:r>
              <a:t>  • 4 challenges with date ranges and targets</a:t>
            </a:r>
          </a:p>
          <a:p>
            <a:pPr>
              <a:defRPr sz="1400"/>
            </a:pPr>
            <a:r>
              <a:t>  • 6+ badges (streak-based and category-based)</a:t>
            </a:r>
          </a:p>
          <a:p>
            <a:pPr>
              <a:defRPr sz="1400"/>
            </a:pPr>
            <a:r>
              <a:t>  • 1 admin user (admin@greenstep.my / admin123)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Realistic Demo Scenario:</a:t>
            </a:r>
          </a:p>
          <a:p>
            <a:pPr>
              <a:defRPr sz="1400"/>
            </a:pPr>
            <a:r>
              <a:t>  • User registers and logs activities</a:t>
            </a:r>
          </a:p>
          <a:p>
            <a:pPr>
              <a:defRPr sz="1400"/>
            </a:pPr>
            <a:r>
              <a:t>  • System calculates carbon footprint automatically</a:t>
            </a:r>
          </a:p>
          <a:p>
            <a:pPr>
              <a:defRPr sz="1400"/>
            </a:pPr>
            <a:r>
              <a:t>  • User sets carbon reduction goal (e.g., 30% in 30 days)</a:t>
            </a:r>
          </a:p>
          <a:p>
            <a:pPr>
              <a:defRPr sz="1400"/>
            </a:pPr>
            <a:r>
              <a:t>  • User earns badges based on activity milestones</a:t>
            </a:r>
          </a:p>
          <a:p>
            <a:pPr>
              <a:defRPr sz="1400"/>
            </a:pPr>
            <a:r>
              <a:t>  • User joins challenges and tracks progress</a:t>
            </a:r>
          </a:p>
          <a:p>
            <a:pPr>
              <a:defRPr sz="1400"/>
            </a:pPr>
            <a:r>
              <a:t>  • User adds friends and compares on leaderboard</a:t>
            </a:r>
          </a:p>
          <a:p>
            <a:pPr>
              <a:defRPr sz="1400"/>
            </a:pPr>
            <a:r>
              <a:t>  • Admin manages emission factors, badges, challenges, tips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Demonstration: User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Authentication:</a:t>
            </a:r>
          </a:p>
          <a:p>
            <a:pPr>
              <a:defRPr sz="1400"/>
            </a:pPr>
            <a:r>
              <a:t>   • Register new account or login</a:t>
            </a:r>
          </a:p>
          <a:p>
            <a:pPr>
              <a:defRPr sz="1400"/>
            </a:pPr>
            <a:r>
              <a:t>   • JWT token stored in localStorage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Dashboard:</a:t>
            </a:r>
          </a:p>
          <a:p>
            <a:pPr>
              <a:defRPr sz="1400"/>
            </a:pPr>
            <a:r>
              <a:t>   • View today's footprint, weekly/monthly trends</a:t>
            </a:r>
          </a:p>
          <a:p>
            <a:pPr>
              <a:defRPr sz="1400"/>
            </a:pPr>
            <a:r>
              <a:t>   • See category breakdown doughnut chart</a:t>
            </a:r>
          </a:p>
          <a:p>
            <a:pPr>
              <a:defRPr sz="1400"/>
            </a:pPr>
            <a:r>
              <a:t>   • Track carbon reduction goal progress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Activity Logging:</a:t>
            </a:r>
          </a:p>
          <a:p>
            <a:pPr>
              <a:defRPr sz="1400"/>
            </a:pPr>
            <a:r>
              <a:t>   • Select category (Transport, Diet, Energy, Recycling)</a:t>
            </a:r>
          </a:p>
          <a:p>
            <a:pPr>
              <a:defRPr sz="1400"/>
            </a:pPr>
            <a:r>
              <a:t>   • Choose activity type from dropdown</a:t>
            </a:r>
          </a:p>
          <a:p>
            <a:pPr>
              <a:defRPr sz="1400"/>
            </a:pPr>
            <a:r>
              <a:t>   • Enter amount and date</a:t>
            </a:r>
          </a:p>
          <a:p>
            <a:pPr>
              <a:defRPr sz="1400"/>
            </a:pPr>
            <a:r>
              <a:t>   • Upload optional photo</a:t>
            </a:r>
          </a:p>
          <a:p>
            <a:pPr>
              <a:defRPr sz="1400"/>
            </a:pPr>
            <a:r>
              <a:t>   • Submit and see carbon footprint calculated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Gamification:</a:t>
            </a:r>
          </a:p>
          <a:p>
            <a:pPr>
              <a:defRPr sz="1400"/>
            </a:pPr>
            <a:r>
              <a:t>   • Earn badges automatically</a:t>
            </a:r>
          </a:p>
          <a:p>
            <a:pPr>
              <a:defRPr sz="1400"/>
            </a:pPr>
            <a:r>
              <a:t>   • Join challenges and track progress</a:t>
            </a:r>
          </a:p>
          <a:p>
            <a:pPr>
              <a:defRPr sz="1400"/>
            </a:pPr>
            <a:r>
              <a:t>   • View leaderboard rankings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Demonstration: Admin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1. Admin Dashboard:</a:t>
            </a:r>
          </a:p>
          <a:p>
            <a:pPr>
              <a:defRPr sz="1400"/>
            </a:pPr>
            <a:r>
              <a:t>   • View platform statistics (total users, activities, emissions)</a:t>
            </a:r>
          </a:p>
          <a:p>
            <a:pPr>
              <a:defRPr sz="1400"/>
            </a:pPr>
            <a:r>
              <a:t>   • See user dataset overview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2. Emission Factor Management:</a:t>
            </a:r>
          </a:p>
          <a:p>
            <a:pPr>
              <a:defRPr sz="1400"/>
            </a:pPr>
            <a:r>
              <a:t>   • Add/edit/delete activity types</a:t>
            </a:r>
          </a:p>
          <a:p>
            <a:pPr>
              <a:defRPr sz="1400"/>
            </a:pPr>
            <a:r>
              <a:t>   • Create custom categories</a:t>
            </a:r>
          </a:p>
          <a:p>
            <a:pPr>
              <a:defRPr sz="1400"/>
            </a:pPr>
            <a:r>
              <a:t>   • Set emission factors (kg CO₂ per unit)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3. Badge Management:</a:t>
            </a:r>
          </a:p>
          <a:p>
            <a:pPr>
              <a:defRPr sz="1400"/>
            </a:pPr>
            <a:r>
              <a:t>   • Create custom badges with category rules</a:t>
            </a:r>
          </a:p>
          <a:p>
            <a:pPr>
              <a:defRPr sz="1400"/>
            </a:pPr>
            <a:r>
              <a:t>   • Set threshold values</a:t>
            </a:r>
          </a:p>
          <a:p>
            <a:pPr>
              <a:defRPr sz="1400"/>
            </a:pPr>
            <a:r>
              <a:t>   • Delete badges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4. Challenge Management:</a:t>
            </a:r>
          </a:p>
          <a:p>
            <a:pPr>
              <a:defRPr sz="1400"/>
            </a:pPr>
            <a:r>
              <a:t>   • Create challenges with targets and date ranges</a:t>
            </a:r>
          </a:p>
          <a:p>
            <a:pPr>
              <a:defRPr sz="1400"/>
            </a:pPr>
            <a:r>
              <a:t>   • Update challenge details</a:t>
            </a:r>
          </a:p>
          <a:p>
            <a:pPr>
              <a:defRPr sz="1400"/>
            </a:pPr>
            <a:r>
              <a:t>   • Delete challenges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5. Tips Management:</a:t>
            </a:r>
          </a:p>
          <a:p>
            <a:pPr>
              <a:defRPr sz="1400"/>
            </a:pPr>
            <a:r>
              <a:t>   • Add eco tips with categories</a:t>
            </a:r>
          </a:p>
          <a:p>
            <a:pPr>
              <a:defRPr sz="1400"/>
            </a:pPr>
            <a:r>
              <a:t>   • Delete tips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✓ User authentication with JWT</a:t>
            </a:r>
          </a:p>
          <a:p>
            <a:pPr>
              <a:defRPr sz="1400"/>
            </a:pPr>
            <a:r>
              <a:t>✓ Activity logging with automatic carbon calculation</a:t>
            </a:r>
          </a:p>
          <a:p>
            <a:pPr>
              <a:defRPr sz="1400"/>
            </a:pPr>
            <a:r>
              <a:t>✓ Real-time dashboard with interactive charts</a:t>
            </a:r>
          </a:p>
          <a:p>
            <a:pPr>
              <a:defRPr sz="1400"/>
            </a:pPr>
            <a:r>
              <a:t>✓ Carbon reduction goal with progress tracking</a:t>
            </a:r>
          </a:p>
          <a:p>
            <a:pPr>
              <a:defRPr sz="1400"/>
            </a:pPr>
            <a:r>
              <a:t>✓ Badge unlocking based on activity milestones</a:t>
            </a:r>
          </a:p>
          <a:p>
            <a:pPr>
              <a:defRPr sz="1400"/>
            </a:pPr>
            <a:r>
              <a:t>✓ Challenge join/leave with progress tracking</a:t>
            </a:r>
          </a:p>
          <a:p>
            <a:pPr>
              <a:defRPr sz="1400"/>
            </a:pPr>
            <a:r>
              <a:t>✓ Friend connections and leaderboard</a:t>
            </a:r>
          </a:p>
          <a:p>
            <a:pPr>
              <a:defRPr sz="1400"/>
            </a:pPr>
            <a:r>
              <a:t>✓ Admin CRUD operations for all entities</a:t>
            </a:r>
          </a:p>
          <a:p>
            <a:pPr>
              <a:defRPr sz="1400"/>
            </a:pPr>
            <a:r>
              <a:t>✓ Photo upload for activities</a:t>
            </a:r>
          </a:p>
          <a:p>
            <a:pPr>
              <a:defRPr sz="1400"/>
            </a:pPr>
            <a:r>
              <a:t>✓ Responsive mobile-first design</a:t>
            </a:r>
          </a:p>
          <a:p>
            <a:pPr>
              <a:defRPr sz="1400"/>
            </a:pPr>
            <a:r>
              <a:t>✓ Professional UI with SVG icons</a:t>
            </a:r>
          </a:p>
          <a:p>
            <a:pPr>
              <a:defRPr sz="1400"/>
            </a:pPr>
            <a:r>
              <a:t>✓ Event-driven architecture (eventBus)</a:t>
            </a:r>
          </a:p>
          <a:p>
            <a:pPr>
              <a:defRPr sz="1400"/>
            </a:pPr>
            <a:r>
              <a:t>✓ Error handling and validation</a:t>
            </a:r>
          </a:p>
          <a:p>
            <a:pPr>
              <a:defRPr sz="1400"/>
            </a:pPr>
            <a:r>
              <a:t>✓ Toast notifications for user feedback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Achievements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Software Engineering Practices:</a:t>
            </a:r>
          </a:p>
          <a:p>
            <a:pPr>
              <a:defRPr sz="1400"/>
            </a:pPr>
            <a:r>
              <a:t>  • Modular MVC architecture (Models, Controllers, Views)</a:t>
            </a:r>
          </a:p>
          <a:p>
            <a:pPr>
              <a:defRPr sz="1400"/>
            </a:pPr>
            <a:r>
              <a:t>  • RESTful API design with proper HTTP methods</a:t>
            </a:r>
          </a:p>
          <a:p>
            <a:pPr>
              <a:defRPr sz="1400"/>
            </a:pPr>
            <a:r>
              <a:t>  • Separation of concerns (frontend/backend/database)</a:t>
            </a:r>
          </a:p>
          <a:p>
            <a:pPr>
              <a:defRPr sz="1400"/>
            </a:pPr>
            <a:r>
              <a:t>  • Reusable components and services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DevOps Practices:</a:t>
            </a:r>
          </a:p>
          <a:p>
            <a:pPr>
              <a:defRPr sz="1400"/>
            </a:pPr>
            <a:r>
              <a:t>  • Git version control with descriptive commits</a:t>
            </a:r>
          </a:p>
          <a:p>
            <a:pPr>
              <a:defRPr sz="1400"/>
            </a:pPr>
            <a:r>
              <a:t>  • Continuous deployment with Railway</a:t>
            </a:r>
          </a:p>
          <a:p>
            <a:pPr>
              <a:defRPr sz="1400"/>
            </a:pPr>
            <a:r>
              <a:t>  • Environment variable management</a:t>
            </a:r>
          </a:p>
          <a:p>
            <a:pPr>
              <a:defRPr sz="1400"/>
            </a:pPr>
            <a:r>
              <a:t>  • Timezone handling for global deployment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Code Quality:</a:t>
            </a:r>
          </a:p>
          <a:p>
            <a:pPr>
              <a:defRPr sz="1400"/>
            </a:pPr>
            <a:r>
              <a:t>  • Consistent naming conventions</a:t>
            </a:r>
          </a:p>
          <a:p>
            <a:pPr>
              <a:defRPr sz="1400"/>
            </a:pPr>
            <a:r>
              <a:t>  • Proper error handling and logging</a:t>
            </a:r>
          </a:p>
          <a:p>
            <a:pPr>
              <a:defRPr sz="1400"/>
            </a:pPr>
            <a:r>
              <a:t>  • SQL query optimization</a:t>
            </a:r>
          </a:p>
          <a:p>
            <a:pPr>
              <a:defRPr sz="1400"/>
            </a:pPr>
            <a:r>
              <a:t>  • Frontend state management with Pinia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Live Demonstration</a:t>
            </a:r>
          </a:p>
          <a:p/>
          <a:p>
            <a:r>
              <a:t>Frontend: https://greenstep.up.railway.app</a:t>
            </a:r>
          </a:p>
          <a:p>
            <a:r>
              <a:t>Backend API: https://greenstep-backend-production.up.railway.app/api</a:t>
            </a:r>
          </a:p>
          <a:p/>
          <a:p>
            <a:r>
              <a:t>GitHub: FleepyDean/GreenStep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